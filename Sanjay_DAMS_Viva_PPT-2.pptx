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128016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457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JAVA PROJECT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Activity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3200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8036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Sanjay  |  Reg. No: 25BCS144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Aravind (Technical Trainer)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College of Arts &amp; Science, Coimbatore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|  B.Sc. Computer Science – Semester 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" y="1188720"/>
            <a:ext cx="3657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188720"/>
            <a:ext cx="3657600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30552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30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" y="2084832"/>
            <a:ext cx="3657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2084832"/>
            <a:ext cx="3657600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026664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026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0120" y="2980944"/>
            <a:ext cx="3657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0120" y="2980944"/>
            <a:ext cx="3657600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Features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922776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922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0120" y="3877056"/>
            <a:ext cx="3657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0120" y="3877056"/>
            <a:ext cx="3657600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Modules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23444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40680" y="1188720"/>
            <a:ext cx="3657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40680" y="1188720"/>
            <a:ext cx="3657600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Algorithm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2130552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130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40680" y="2084832"/>
            <a:ext cx="3657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40680" y="2084832"/>
            <a:ext cx="3657600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Overview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3026664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026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40680" y="2980944"/>
            <a:ext cx="3657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40680" y="2980944"/>
            <a:ext cx="3657600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46320" y="3922776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922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40680" y="3877056"/>
            <a:ext cx="3657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440680" y="3877056"/>
            <a:ext cx="3657600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840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3840480" cy="4114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3840480" cy="310896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today's fast-paced world, managing daily tasks has become challenging. Traditional paper-based methods are unreliable and lead to missed deadlines and disorganization.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Daily Activity Management System offers a digital solution — helping users plan, schedule, and track their tasks with ease.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143000"/>
            <a:ext cx="411480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1430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Objectives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1600200"/>
            <a:ext cx="4114800" cy="30175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Efficiently organize and manage daily tasks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time management with priority scheduling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timely reminders and notifications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completed and pending activities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productivity and reduce missed tasks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user-friendly interface for all users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4632" y="1325880"/>
            <a:ext cx="457200" cy="457200"/>
          </a:xfrm>
          <a:prstGeom prst="ellipse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3272" y="12984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Forgotten Tasks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33272" y="162763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often forget important tasks in a busy daily schedule.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19472" y="1325880"/>
            <a:ext cx="457200" cy="457200"/>
          </a:xfrm>
          <a:prstGeom prst="ellipse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68112" y="12984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Deadlines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68112" y="162763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tracking leads to missing critical deadlines.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97180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" y="3108960"/>
            <a:ext cx="457200" cy="457200"/>
          </a:xfrm>
          <a:prstGeom prst="ellipse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33272" y="3081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Unreliable Methods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33272" y="341071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task lists are easy to misplace and cause confusion.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2971800"/>
            <a:ext cx="4114800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19472" y="31089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68112" y="3081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68112" y="341071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task manager to add, view, update &amp; track all activities.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743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54864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384048" cy="38404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26187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Tasks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60020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add daily tasks with name and details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743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88720"/>
            <a:ext cx="54864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417320"/>
            <a:ext cx="384048" cy="38404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0" y="126187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Tasks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0" y="160020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tasks with their current status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1188720"/>
            <a:ext cx="2743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188720"/>
            <a:ext cx="54864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417320"/>
            <a:ext cx="384048" cy="38404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126187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Tasks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0" y="160020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existing task information easily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2468880"/>
            <a:ext cx="2743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468880"/>
            <a:ext cx="54864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697480"/>
            <a:ext cx="384048" cy="38404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254203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Complete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288036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tasks as completed (✓) or pending (✘)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46120" y="2468880"/>
            <a:ext cx="2743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46120" y="2468880"/>
            <a:ext cx="54864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0" y="2697480"/>
            <a:ext cx="384048" cy="38404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40480" y="254203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Reminders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840480" y="288036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alerts for upcoming scheduled tasks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72200" y="2468880"/>
            <a:ext cx="2743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2200" y="2468880"/>
            <a:ext cx="54864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09360" y="2697480"/>
            <a:ext cx="384048" cy="38404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66560" y="254203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66560" y="288036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tasks by personal, work, or study type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0040" y="3749040"/>
            <a:ext cx="2743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0040" y="3749040"/>
            <a:ext cx="54864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3977640"/>
            <a:ext cx="384048" cy="38404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14400" y="382219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Progress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14400" y="41605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completed vs. pending activity list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246120" y="3749040"/>
            <a:ext cx="2743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246120" y="3749040"/>
            <a:ext cx="54864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383280" y="3977640"/>
            <a:ext cx="384048" cy="38404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8328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840480" y="382219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Navigation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840480" y="41605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menu for smooth interaction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172200" y="3749040"/>
            <a:ext cx="2743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172200" y="3749040"/>
            <a:ext cx="54864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09360" y="3977640"/>
            <a:ext cx="384048" cy="38404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936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766560" y="382219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Tasks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766560" y="41605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completed or unwanted tasks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Modules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56032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INPUT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105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name, date, time, status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035808" y="1417320"/>
            <a:ext cx="2286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1143000"/>
            <a:ext cx="2560320" cy="6400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143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PROCESSING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91840" y="18105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Store, update, delete, filter tasks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870448" y="1417320"/>
            <a:ext cx="2286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143000"/>
            <a:ext cx="256032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143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OUTPUT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18105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task list with status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37744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377440"/>
            <a:ext cx="274320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377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 Module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2743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user info and interaction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46120" y="237744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2377440"/>
            <a:ext cx="274320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2377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Task Management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46120" y="2743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update, delete tasks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237744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2377440"/>
            <a:ext cx="274320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2377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Reminder Module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72200" y="2743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for scheduled activities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3639312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639312"/>
            <a:ext cx="274320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6393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Report Module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" y="400507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completed &amp; pending tasks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46120" y="3639312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46120" y="3639312"/>
            <a:ext cx="274320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36393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Bill Calculation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46120" y="400507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totals for services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72200" y="3639312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72200" y="3639312"/>
            <a:ext cx="274320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36393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Invoice Generation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72200" y="400507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format invoices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Algorithm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" y="175564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Gathering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932688" y="1371600"/>
            <a:ext cx="10515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1097280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37360" y="175564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24328" y="1371600"/>
            <a:ext cx="10515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03320" y="1097280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175564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15968" y="1371600"/>
            <a:ext cx="10515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1097280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0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20640" y="175564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07608" y="1371600"/>
            <a:ext cx="10515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86600" y="1097280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6600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12280" y="175564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423160"/>
            <a:ext cx="8503920" cy="2423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423160"/>
            <a:ext cx="850392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42316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Algorithm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2852928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Start → Initialize empty task list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Display menu: Add Task | View Tasks | Mark Completed | Exit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Read user choice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If Add Task → Enter task name → Store in list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 If View Tasks → Display all tasks with status (✓ / ✘)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 If Mark Task → Enter task number → Update status to completed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 Repeat steps 2-6 until user selects Exit → Stop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502920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5029200" cy="347472"/>
          </a:xfrm>
          <a:prstGeom prst="rect">
            <a:avLst/>
          </a:prstGeom>
          <a:solidFill>
            <a:srgbClr val="333355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DailyActivityManager.java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5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Task 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5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name;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5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boolean completed;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5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Task(String name) 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5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this.name = name;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5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this.completed = false;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5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5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5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Menu loop (do-while)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5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5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System.out.println("1. Add Task");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5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System.out.println("2. View Tasks");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5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System.out.println("3. Mark Completed");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5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System.out.println("4. Exit");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5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choice = sc.nextInt();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5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switch (choice) { ... }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5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while (choice != 4);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577840" y="1097280"/>
            <a:ext cx="32461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77840" y="1097280"/>
            <a:ext cx="3246120" cy="4114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10972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Key Java Concepts Used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0" y="1600200"/>
            <a:ext cx="3017520" cy="457200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1600200"/>
            <a:ext cx="118872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Objects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76288" y="1600200"/>
            <a:ext cx="1810512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class with name &amp; completed fields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0" y="2121408"/>
            <a:ext cx="3017520" cy="457200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2121408"/>
            <a:ext cx="118872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76288" y="2121408"/>
            <a:ext cx="1810512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task list using ArrayList&lt;Task&gt;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0" y="2642616"/>
            <a:ext cx="3017520" cy="457200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2642616"/>
            <a:ext cx="118872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76288" y="2642616"/>
            <a:ext cx="1810512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via Scanner class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0" y="3163824"/>
            <a:ext cx="3017520" cy="457200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3163824"/>
            <a:ext cx="118872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do-while Loop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76288" y="3163824"/>
            <a:ext cx="1810512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menu until user exits (choice != 4)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69280" y="3685032"/>
            <a:ext cx="3017520" cy="457200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3685032"/>
            <a:ext cx="118872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switch-case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76288" y="3685032"/>
            <a:ext cx="1810512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menu options 1-4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69280" y="4206240"/>
            <a:ext cx="3017520" cy="457200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4206240"/>
            <a:ext cx="118872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Flag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76288" y="4206240"/>
            <a:ext cx="1810512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field tracks task status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53035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5303520" cy="4114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Test Cases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169164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727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Test Case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03120" y="1572768"/>
            <a:ext cx="169164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15727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Input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840480" y="1572768"/>
            <a:ext cx="169164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15727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Result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075688"/>
            <a:ext cx="1691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0756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Add Task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03120" y="2075688"/>
            <a:ext cx="1691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20756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"Study Java"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0" y="2075688"/>
            <a:ext cx="1691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20756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700"/>
                </a:solidFill>
              </a:rPr>
              <a:t>Task added 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578608"/>
            <a:ext cx="1691640" cy="457200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5786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View Tasks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103120" y="2578608"/>
            <a:ext cx="1691640" cy="457200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03120" y="25786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Choice: 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0" y="2578608"/>
            <a:ext cx="1691640" cy="457200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0" y="25786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700"/>
                </a:solidFill>
              </a:rPr>
              <a:t>List displayed ✓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081528"/>
            <a:ext cx="1691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0815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Mark Complete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103120" y="3081528"/>
            <a:ext cx="1691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03120" y="30815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Task No: 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40480" y="3081528"/>
            <a:ext cx="1691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0" y="30815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700"/>
                </a:solidFill>
              </a:rPr>
              <a:t>Status → ✓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584448"/>
            <a:ext cx="1691640" cy="457200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5844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Invalid Input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103120" y="3584448"/>
            <a:ext cx="1691640" cy="457200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03120" y="35844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Choice: 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840480" y="3584448"/>
            <a:ext cx="1691640" cy="457200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0" y="35844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700"/>
                </a:solidFill>
              </a:rPr>
              <a:t>No crash ✓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087368"/>
            <a:ext cx="1691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0873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Exit System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103120" y="4087368"/>
            <a:ext cx="1691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03120" y="40873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Choice: 4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840480" y="4087368"/>
            <a:ext cx="1691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0" y="40873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700"/>
                </a:solidFill>
              </a:rPr>
              <a:t>Safe exit ✓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852160" y="1097280"/>
            <a:ext cx="29260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852160" y="1097280"/>
            <a:ext cx="292608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52160" y="1097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Results Summary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943600" y="1600200"/>
            <a:ext cx="265176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0" y="160020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100%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565392" y="160020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Test Cases Passed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943600" y="2121408"/>
            <a:ext cx="2651760" cy="457200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43600" y="212140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00"/>
                </a:solidFill>
              </a:rPr>
              <a:t>✓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565392" y="212140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Accurate task display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943600" y="2642616"/>
            <a:ext cx="2651760" cy="457200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43600" y="264261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00"/>
                </a:solidFill>
              </a:rPr>
              <a:t>✓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565392" y="2642616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Status updates correctly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943600" y="3163824"/>
            <a:ext cx="2651760" cy="457200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43600" y="316382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00"/>
                </a:solidFill>
              </a:rPr>
              <a:t>✓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565392" y="3163824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No runtime errors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943600" y="3685032"/>
            <a:ext cx="2651760" cy="457200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943600" y="368503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00"/>
                </a:solidFill>
              </a:rPr>
              <a:t>✓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565392" y="368503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User-friendly output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5943600" y="4206240"/>
            <a:ext cx="2651760" cy="457200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43600" y="420624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00"/>
                </a:solidFill>
              </a:rPr>
              <a:t>✓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565392" y="420624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Handles edge inputs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Limitations &amp; 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65176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Scope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554480"/>
            <a:ext cx="2651760" cy="3017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and organize daily tasks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update, and delete tasks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time management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students &amp; professionals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system for any user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97280"/>
            <a:ext cx="2651760" cy="411480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Limitations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1554480"/>
            <a:ext cx="2651760" cy="3017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task management only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storage support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automation — manual input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multi-user collaboration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as standalone system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097280"/>
            <a:ext cx="265176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097280"/>
            <a:ext cx="2651760" cy="4114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1554480"/>
            <a:ext cx="2651760" cy="3017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Daily Activity Management System successfully achieves its goal of simplifying task management.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core Java concepts — classes, ArrayList, Scanner, and loops — the system provides a reliable, easy-to-use tool.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enhances productivity and reduces missed tasks for students and professionals alike.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94760" y="502920"/>
            <a:ext cx="1554480" cy="1554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94760" y="5029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✓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3200400" y="3090672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2004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Sanjay  |  Reg. No: 25BCS144
</a:t>
            </a:r>
            <a:pPr algn="ctr"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B.Sc. Computer Science | KG College of Arts &amp; Science
</a:t>
            </a:r>
            <a:pPr algn="ctr"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Aravind (Technical Trainer)  |  April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Daily Activity Management System</dc:title>
  <dc:subject>PptxGenJS Presentation</dc:subject>
  <dc:creator>PptxGenJS</dc:creator>
  <cp:lastModifiedBy>PptxGenJS</cp:lastModifiedBy>
  <cp:revision>1</cp:revision>
  <dcterms:created xsi:type="dcterms:W3CDTF">2026-04-10T03:58:40Z</dcterms:created>
  <dcterms:modified xsi:type="dcterms:W3CDTF">2026-04-10T03:58:40Z</dcterms:modified>
</cp:coreProperties>
</file>